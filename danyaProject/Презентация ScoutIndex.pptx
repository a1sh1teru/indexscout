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 платформе" id="{f5ac6f0d-fb2c-71ca-68a7-be9f789ada81}">
          <p14:sldIdLst>
            <p14:sldId id="256"/>
            <p14:sldId id="257"/>
          </p14:sldIdLst>
        </p14:section>
        <p14:section name="Возможности" id="{d5f63747-53fc-5718-6afc-b44f7dd8f010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Результат" id="{c2033060-6068-7c93-0ef5-a100f4cd0cc7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ScoutIndex — платформа, которая превращает выгрузку РуСтат в систему оценки игроков и трансферные рекомендации.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шагов: данные, перцентили, составные метрики, роли, рекомендации. Пример пересчёта на коэффициент лиги.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основной лиги: ролевые индексы с цветовой шкалой, фильтры, настраиваемые столбцы.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Карточка: статус, средние разделов, индексы ролей с местом в основной лиге, ручная смена позиции.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Радар профиля роли, сравнение с игроками лиги, похожие игроки, перетаскивание метрик между разделами.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Скаутинг: мультилиговость, коэффициенты, пороги, нормализация, автоматические рекомендации.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Списки: лонг/шорт/вотч, игрок в нескольких списках, данные в списке живые.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Конструктор ролей: веса, составные метрики, поиск, экспорт/импорт настроек.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пример: за несколько минут платформа превратила две выгрузки в список целей.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Мелочи, из которых складывается удобство: Excel, флаги, настройка таблиц, поиск, локальные данные, встроенное руководство.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платформа заменяет рутину скаутингового отдела — остаётся смотреть футбол.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AF0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Заголовок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F"/>
                </a:solidFill>
              </a:rPr>
              <a:t>ScoutIndex — платформа оценки и скаутинга футболистов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4572000"/>
          </a:xfrm>
          <a:prstGeom prst="ellipse">
            <a:avLst/>
          </a:prstGeom>
          <a:solidFill>
            <a:srgbClr val="1C165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206240"/>
            <a:ext cx="5943600" cy="4572000"/>
          </a:xfrm>
          <a:prstGeom prst="ellipse">
            <a:avLst/>
          </a:prstGeom>
          <a:solidFill>
            <a:srgbClr val="0E2A3C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5CF6"/>
                </a:solidFill>
              </a:rPr>
              <a:t>Scout</a:t>
            </a:r>
            <a:pPr indent="0" marL="0">
              <a:buNone/>
            </a:pPr>
            <a:r>
              <a:rPr lang="en-US" sz="6000" b="1" dirty="0">
                <a:solidFill>
                  <a:srgbClr val="22D3EE"/>
                </a:solidFill>
              </a:rPr>
              <a:t>Index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F"/>
                </a:solidFill>
              </a:rPr>
              <a:t>Платформа оценки и скаутинга футболистов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CF"/>
                </a:solidFill>
              </a:rPr>
              <a:t>Загрузите выгрузку РуСтат — получите ролевые индексы каждого игрока,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AA6CF"/>
                </a:solidFill>
              </a:rPr>
              <a:t>сравнение легионеров с вашей лигой и готовые трансферные рекомендации.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1965960" cy="475488"/>
          </a:xfrm>
          <a:prstGeom prst="roundRect">
            <a:avLst>
              <a:gd name="adj" fmla="val 4615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Перцентили 0–99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71800" y="4846320"/>
            <a:ext cx="1783080" cy="475488"/>
          </a:xfrm>
          <a:prstGeom prst="roundRect">
            <a:avLst>
              <a:gd name="adj" fmla="val 4615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4846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Индексы ролей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4846320"/>
            <a:ext cx="2514600" cy="475488"/>
          </a:xfrm>
          <a:prstGeom prst="roundRect">
            <a:avLst>
              <a:gd name="adj" fmla="val 4615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48463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Мультилиговый скаутинг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4846320"/>
            <a:ext cx="1508760" cy="475488"/>
          </a:xfrm>
          <a:prstGeom prst="roundRect">
            <a:avLst>
              <a:gd name="adj" fmla="val 4615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48463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Шорт-листы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0" y="4846320"/>
            <a:ext cx="1783080" cy="475488"/>
          </a:xfrm>
          <a:prstGeom prst="roundRect">
            <a:avLst>
              <a:gd name="adj" fmla="val 4615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4846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Всё в браузере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F"/>
                </a:solidFill>
              </a:rPr>
              <a:t>октябрь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Как это работает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691640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3591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Данные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30175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0FF"/>
                </a:solidFill>
              </a:rPr>
              <a:t>Выгрузка РуСтат — CSV или Excel, конвертация на лету. Все показатели за 90 минут.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834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7208" y="146304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08376" y="1691640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08376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23591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Перцентили 0–99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30175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0FF"/>
                </a:solidFill>
              </a:rPr>
              <a:t>Каждый показатель — место игрока среди своего амплуа: 0 — худший, 99 — лучший. Шесть групп позиций.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2834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11496" y="146304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12664" y="1691640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12664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23591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Составные метрики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312664" y="30175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0FF"/>
                </a:solidFill>
              </a:rPr>
              <a:t>Свои формулы: «Навесы» = объём × 0,6 + точность × 0,4. Объём и качество — в одном числе.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14616" y="2834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15784" y="146304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6952" y="1691640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16952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616952" y="23591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Роли и веса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616952" y="30175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0FF"/>
                </a:solidFill>
              </a:rPr>
              <a:t>Стоппер, завершитель, меццала… Индекс роли — взвешенная сумма перцентилей её метрик.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518904" y="2834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CF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20072" y="146304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21240" y="1691640"/>
            <a:ext cx="530352" cy="5303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1691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3591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Рекомендации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30175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0FF"/>
                </a:solidFill>
              </a:rPr>
              <a:t>Легионеры пересчитываются в шкалу вашей лиги → ⭐ звёзды, 🟢 усиление, 🔵 перспектива.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10142C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Пример:  </a:t>
            </a:r>
            <a:pPr indent="0" marL="0">
              <a:buNone/>
            </a:pPr>
            <a:r>
              <a:rPr lang="en-US" sz="1250" dirty="0">
                <a:solidFill>
                  <a:srgbClr val="EAF0FF"/>
                </a:solidFill>
              </a:rPr>
              <a:t>0,5 гола за 90 минут в лиге с коэффициентом 1,2 = 0,6 гола «в пересчёте на вашу лигу». Стилевая нормализация по медианам дополнительно убирает разницу стилей чемпионатов — оборонительная лига не «накручивает» защитные метрики.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Рейтинг своей лиги — вкладка «Игроки»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1252728"/>
            <a:ext cx="7461504" cy="4370832"/>
          </a:xfrm>
          <a:prstGeom prst="roundRect">
            <a:avLst>
              <a:gd name="adj" fmla="val 146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pic>
        <p:nvPicPr>
          <p:cNvPr id="4" name="Image 0" descr="shots/play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224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60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F"/>
                </a:solidFill>
              </a:rPr>
              <a:t>Центральные защитники РПЛ, отсортированы по роли «Стоппер»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325880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Индексы всех ролей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По каждой роли амплуа — свой столбец. Цвет = уровень: от красного к зелёному.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Фильтры и сортировка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Поиск, группа позиций, команда; сортировка кликом по любому столбцу.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Свои столбцы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Любая из 80 метрик добавляется столбцом через поиск; порядок — перетаскиванием.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Как в Excel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Ширина столбцов тянется за границу заголовка, первый столбец закреплён.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Досье игрока — вкладка «Карточка»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1252728"/>
            <a:ext cx="7461504" cy="4370832"/>
          </a:xfrm>
          <a:prstGeom prst="roundRect">
            <a:avLst>
              <a:gd name="adj" fmla="val 146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pic>
        <p:nvPicPr>
          <p:cNvPr id="4" name="Image 0" descr="shots/card_he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224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60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F"/>
                </a:solidFill>
              </a:rPr>
              <a:t>Шапка карточки: статус, средние по разделам, индексы ролей с местом в основной лиге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325880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Всё в одном экране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Статус (⭐ звезда), средние перцентили по разделам, возраст, рост, минуты.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Индексы ролей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«В своей лиге: 84 · в основной: топ-1% (№1 из 36)» — сразу видно уровень.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Смена позиции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Не согласны с амплуа из файла? Группа меняется вручную и запоминается.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«+ В список»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Игрок добавляется в любые списки в два клика, не покидая карточку.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Профиль роли и поиск двойников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1252728"/>
            <a:ext cx="7461504" cy="4370832"/>
          </a:xfrm>
          <a:prstGeom prst="roundRect">
            <a:avLst>
              <a:gd name="adj" fmla="val 146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pic>
        <p:nvPicPr>
          <p:cNvPr id="4" name="Image 0" descr="shots/card_ra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224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60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F"/>
                </a:solidFill>
              </a:rPr>
              <a:t>Радар роли «Завершитель», похожие игроки лиги и все показатели с перцентилями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325880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Радар по роли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Метрики выбранной роли на одной диаграмме; поверх накладывается любой игрок вашей лиги.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На кого похож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Ближайшие по профилю игроки основной лиги: «Шпорар ≈ Кордоба на 83%».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Все показатели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Полный список метрик: значение + перцентиль, сгруппированы по разделам.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Свои разделы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Метрики перетаскиваются между разделами — средние пересчитываются сами.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Поиск усиления — вкладка «Скаутинг»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1252728"/>
            <a:ext cx="7461504" cy="4370832"/>
          </a:xfrm>
          <a:prstGeom prst="roundRect">
            <a:avLst>
              <a:gd name="adj" fmla="val 146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pic>
        <p:nvPicPr>
          <p:cNvPr id="4" name="Image 0" descr="shots/sc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224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60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F"/>
                </a:solidFill>
              </a:rPr>
              <a:t>Словакия с коэффициентом 0,9: рекомендации и перцентили в шкале РПЛ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325880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Сколько угодно лиг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У каждой — свой коэффициент силы и свой порог минут (для коротких сезонов).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Единая шкала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Показатели легионеров пересчитываются и сравниваются с игроками вашей лиги.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Стилевая нормализация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Выравнивание по медианам убирает стиль чемпионата; список метрик настраивается.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Автоматические ярлыки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⭐ топ-10% лиги, 🟢 топ-20%, 🔵 до 21 года — пороги задаёте сами.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Работа с кандидатами — вкладка «Списки»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1252728"/>
            <a:ext cx="7461504" cy="4370832"/>
          </a:xfrm>
          <a:prstGeom prst="roundRect">
            <a:avLst>
              <a:gd name="adj" fmla="val 146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pic>
        <p:nvPicPr>
          <p:cNvPr id="4" name="Image 0" descr="shots/lis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224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60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F"/>
                </a:solidFill>
              </a:rPr>
              <a:t>Шорт-лист «Зимнее окно»: рекомендация и лучшая роль подтягиваются сами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325880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Три типа списков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📋 лонг-листы — широкий круг, 🎯 шорт-листы — цели, 👁 вотч-листы — наблюдение.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Сколько угодно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Списков любого типа — без ограничений; игрок может быть в нескольких сразу.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Живые данные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Рекомендация и индекс лучшей роли в списке всегда актуальны — пересчитываются сами.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Быстрое добавление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Из карточки игрока, с созданием нового списка на месте.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Конструктор оценки — «Роли и веса»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1252728"/>
            <a:ext cx="7461504" cy="4370832"/>
          </a:xfrm>
          <a:prstGeom prst="roundRect">
            <a:avLst>
              <a:gd name="adj" fmla="val 146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</p:spPr>
      </p:sp>
      <p:pic>
        <p:nvPicPr>
          <p:cNvPr id="4" name="Image 0" descr="shots/ro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4224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60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F"/>
                </a:solidFill>
              </a:rPr>
              <a:t>Роль «Стоппер»: метрики и веса; ⇩ — инвертированные («чем меньше — тем лучше»)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325880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Своя модель футбола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Состав и веса каждой роли редактируются; сумма весов нормализуется сама.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Составные метрики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Объём + качество в одном числе: «Отборы» = количество × 0,1 + точность × 0,9.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Поиск везде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В длинных списках метрик — мгновенный поиск по подстроке.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2D3EE"/>
                </a:solidFill>
              </a:rPr>
              <a:t>Перенос настроек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0FF"/>
                </a:solidFill>
              </a:rPr>
              <a:t>Вся конфигурация выгружается в JSON-файл и восстанавливается в один клик.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Результат за минуты: Словакия → РПЛ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269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76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игроков загружено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07208" y="1325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98648" y="14630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F0FF"/>
                </a:solidFill>
              </a:rPr>
              <a:t>157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898648" y="2176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прошли порог минут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11496" y="1325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02936" y="14630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</a:rPr>
              <a:t>11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202936" y="2176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⭐ уровня топ-10% РПЛ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15784" y="1325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07224" y="14630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</a:rPr>
              <a:t>15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507224" y="2176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🟢 уровня топ-20%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20072" y="1325880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11512" y="146304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7CDF8"/>
                </a:solidFill>
              </a:rPr>
              <a:t>34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811512" y="21762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F"/>
                </a:solidFill>
              </a:rPr>
              <a:t>🔵 до 21 года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06324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7AEA53"/>
                </a:solidFill>
              </a:rPr>
              <a:t>87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2735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Андраж Шпорар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977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Слован Братислава · форвард · 32 года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343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Завершитель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681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№1 среди 36 форвардов РПЛ (топ-1%)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06324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7DEA53"/>
                </a:solidFill>
              </a:rPr>
              <a:t>86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4553712" y="32735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Михал Фашко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3977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Жилина · атакующий полузащитник · 32 года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4343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Классическая «десятка»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4681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№2 среди 29 десяток РПЛ (топ-7%)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47304" y="3063240"/>
            <a:ext cx="3611880" cy="2377440"/>
          </a:xfrm>
          <a:prstGeom prst="roundRect">
            <a:avLst>
              <a:gd name="adj" fmla="val 3462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79024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8FEA53"/>
                </a:solidFill>
              </a:rPr>
              <a:t>80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32735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</a:rPr>
              <a:t>Питер Ковачик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3977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</a:rPr>
              <a:t>Подбрезова · вингер · 25 лет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75904" y="4343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Инвертированный вингер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75904" y="4681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F"/>
                </a:solidFill>
              </a:rPr>
              <a:t>№1 в РПЛ как инсайд (топ-2%)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CF"/>
                </a:solidFill>
              </a:rPr>
              <a:t>Все цифры — реальный расчёт платформы: Россия (основная лига) + Словакия (коэффициент 0,9, порог 270 минут), настройки ролей заказчика.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Продумано в деталях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Excel и CSV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78024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Выгрузки РуСтат в любом виде: .xlsx конвертируется на лету, пакетный конвертер — для папок.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3258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🚩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Флаги и гражданства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478024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Национальности игроков распознаются автоматически и показываются флагами.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7304" y="13258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5904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Столбцы под себя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478024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Наборы столбцов, порядок перетаскиванием, ширины как в Excel — всё запоминается.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Поиск повсюду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946904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Игроки, команды, метрики в выпадающих списках и панелях — всё ищется мгновенно.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5112" y="37947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3712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Данные у вас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4946904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Всё хранится в браузере, ничего не отправляется на сервер. Работает без интернета.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47304" y="37947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41936"/>
          </a:solidFill>
          <a:ln w="9525">
            <a:solidFill>
              <a:srgbClr val="2A31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75904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</a:rPr>
              <a:t>Руководство внутри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946904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0FF"/>
                </a:solidFill>
              </a:rPr>
              <a:t>Встроенная вики с навигацией объясняет каждую вкладку и формулу.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6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2926080"/>
            <a:ext cx="6400800" cy="4754880"/>
          </a:xfrm>
          <a:prstGeom prst="ellipse">
            <a:avLst/>
          </a:prstGeom>
          <a:solidFill>
            <a:srgbClr val="1C165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5486400" cy="4023360"/>
          </a:xfrm>
          <a:prstGeom prst="ellipse">
            <a:avLst/>
          </a:prstGeom>
          <a:solidFill>
            <a:srgbClr val="0E2A3C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</a:rPr>
              <a:t>Scout</a:t>
            </a:r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</a:rPr>
              <a:t>Index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F0FF"/>
                </a:solidFill>
              </a:rPr>
              <a:t>Скаутинговый отдел в одном окне браузера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CF"/>
                </a:solidFill>
              </a:rPr>
              <a:t>От выгрузки РуСтат до списка трансферных целей — за несколько минут.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AA6CF"/>
                </a:solidFill>
              </a:rPr>
              <a:t>Свои роли, свои веса, своя модель футбола.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outIndex Dark">
  <a:themeElements>
    <a:clrScheme name="ScoutIndex Dark">
      <a:dk1>
        <a:srgbClr val="EAF0FF"/>
      </a:dk1>
      <a:lt1>
        <a:srgbClr val="0A0D1D"/>
      </a:lt1>
      <a:dk2>
        <a:srgbClr val="9AA6CF"/>
      </a:dk2>
      <a:lt2>
        <a:srgbClr val="141936"/>
      </a:lt2>
      <a:accent1>
        <a:srgbClr val="8B5CF6"/>
      </a:accent1>
      <a:accent2>
        <a:srgbClr val="22D3EE"/>
      </a:accent2>
      <a:accent3>
        <a:srgbClr val="5B7CFA"/>
      </a:accent3>
      <a:accent4>
        <a:srgbClr val="34D399"/>
      </a:accent4>
      <a:accent5>
        <a:srgbClr val="FBBF24"/>
      </a:accent5>
      <a:accent6>
        <a:srgbClr val="F87171"/>
      </a:accent6>
      <a:hlink>
        <a:srgbClr val="22D3EE"/>
      </a:hlink>
      <a:folHlink>
        <a:srgbClr val="8B5CF6"/>
      </a:folHlink>
    </a:clrScheme>
    <a:fontScheme name="ScoutIndex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ScoutIndex — платформа оценки и скаутинга футболистов</dc:title>
  <dc:subject>Презентация платформы ScoutIndex</dc:subject>
  <dc:creator>ScoutIndex</dc:creator>
  <cp:lastModifiedBy>ScoutIndex</cp:lastModifiedBy>
  <cp:revision>1</cp:revision>
  <dcterms:created xsi:type="dcterms:W3CDTF">2026-10-03T10:20:28Z</dcterms:created>
  <dcterms:modified xsi:type="dcterms:W3CDTF">2026-10-03T10:20:28Z</dcterms:modified>
</cp:coreProperties>
</file>